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这一页我们来详细了解 AxGlobal Horizon ART 基金。我们的基金采用全球宏观策略，旨在通过积极管理多元化投资组合，捕捉全球宏观经济趋势带来的机遇。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是我们的核心策略概览。我们专注于通胀、地缘政治和科技增长等大趋势，通过数据驱动的方式在股票和大宗商品之间进行动态配置，目标是实现10-15%的年化回报，同时有效控制波动性。我们的费率结构清晰透明，最低投资额仅为1万美元，通过代币化技术大大降低了投资门槛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展示了我们的现代化运营模式。基金已实现代币化，这意味着投资者可以享受实时净值更新、即时流动性和资产的部分所有权。更重要的是，我们正积极推进合规，确保在2025年6月前完全符合欧盟的MiCA监管框架，为您的投资提供坚实的法律保障。AxGlobal Horizon ART 是您在传统资产管理之外，一个高效、透明且合规的理想选择。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921000" y="254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AxGlobal Horizon ART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7945" y="288924"/>
            <a:ext cx="1054101" cy="4381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HK Careers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978">
            <a:off x="609604" y="1212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09600" y="1524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Investment Strategy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09600" y="1930400"/>
            <a:ext cx="533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AxGlobal Horizon ART employs a Global Macro strategy, actively managing a diversified portfolio to capitalize on macroeconomic trends. Using data-driven insights, we allocate dynamically between equities and commodities, aiming for 10-15% annualized returns with reduced volatility.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979" y="3619509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060450" y="3632199"/>
            <a:ext cx="495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-GB" sz="1400" b="1" i="0" u="none" strike="noStrik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Global Macro, focusing on inflation, geopolitics, and tech growth.</a:t>
            </a:r>
            <a:endParaRPr lang="en-US" sz="11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4476749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060450" y="4508500"/>
            <a:ext cx="495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Fees:</a:t>
            </a:r>
            <a:r>
              <a:rPr lang="en-US" sz="1400" b="0" i="0" u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1.5% management; 20% performance on returns &gt;8%.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826" y="5092699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054099" y="5130800"/>
            <a:ext cx="495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Assets:</a:t>
            </a:r>
            <a:r>
              <a:rPr lang="en-GB" sz="1400" b="1" i="0" u="none" strike="noStrik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Equities (60%) &amp; Commodities (40%) for stable yields.</a:t>
            </a:r>
            <a:endParaRPr lang="en-US" sz="1100" dirty="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6899" y="58166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054099" y="5816600"/>
            <a:ext cx="495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Minimum:</a:t>
            </a:r>
            <a:r>
              <a:rPr lang="en-GB" sz="1400" b="1" i="0" u="none" strike="noStrik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$10,000 (tokenized for accessibility).</a:t>
            </a:r>
            <a:endParaRPr lang="en-US" sz="1100" dirty="0"/>
          </a:p>
        </p:txBody>
      </p:sp>
      <p:cxnSp>
        <p:nvCxnSpPr>
          <p:cNvPr id="17" name="Connector 17"/>
          <p:cNvCxnSpPr/>
          <p:nvPr/>
        </p:nvCxnSpPr>
        <p:spPr>
          <a:xfrm rot="5390177">
            <a:off x="3873500" y="3740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502400" y="1505742"/>
            <a:ext cx="5080000" cy="2857500"/>
          </a:xfrm>
          <a:prstGeom prst="roundRect">
            <a:avLst>
              <a:gd name="adj" fmla="val 355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6502400" y="4572000"/>
            <a:ext cx="5080000" cy="762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05600" y="4800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62800" y="4711699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Tokenization:</a:t>
            </a:r>
            <a:r>
              <a:rPr lang="en-US" sz="1400" b="0" i="0" u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Real-time NAV, instant liquidity, fractional ownership.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02400" y="5461000"/>
            <a:ext cx="5080000" cy="762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05600" y="5689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62800" y="5588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Regulation:</a:t>
            </a:r>
            <a:r>
              <a:rPr lang="en-GB" sz="1400" b="0" i="0" u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Fully</a:t>
            </a:r>
            <a:r>
              <a:rPr lang="en-US" sz="1400" b="0" i="0" u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MiCA-compliant by June 2025.</a:t>
            </a:r>
            <a:endParaRPr lang="en-US" sz="1100" dirty="0"/>
          </a:p>
        </p:txBody>
      </p:sp>
      <p:sp>
        <p:nvSpPr>
          <p:cNvPr id="31" name="AutoShape 24">
            <a:extLst>
              <a:ext uri="{FF2B5EF4-FFF2-40B4-BE49-F238E27FC236}">
                <a16:creationId xmlns:a16="http://schemas.microsoft.com/office/drawing/2014/main" id="{1BE84745-374C-01FA-FF5E-D729334477B6}"/>
              </a:ext>
            </a:extLst>
          </p:cNvPr>
          <p:cNvSpPr/>
          <p:nvPr/>
        </p:nvSpPr>
        <p:spPr>
          <a:xfrm>
            <a:off x="10018450" y="326396"/>
            <a:ext cx="1821405" cy="3632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en-GB" sz="1000" dirty="0">
                <a:solidFill>
                  <a:schemeClr val="bg1"/>
                </a:solidFill>
              </a:rPr>
              <a:t>CHAN CHEUK HIM (Oscar)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主题​​</vt:lpstr>
      <vt:lpstr>默认主题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CHAN, Cheuk Him</cp:lastModifiedBy>
  <cp:revision>2</cp:revision>
  <dcterms:modified xsi:type="dcterms:W3CDTF">2026-01-24T15:34:54Z</dcterms:modified>
</cp:coreProperties>
</file>